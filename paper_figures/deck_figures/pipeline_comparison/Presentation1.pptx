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FD5BC-C21A-E6CF-E9D7-DEF4E2FC6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6C251-C25F-58C7-F694-8A6322673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F9583-D551-6F40-78B0-5BA3906F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32D84-65F5-F6AB-0CAD-56C2EADFE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08340-46C6-E333-A038-546725DF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72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F00DE-9330-4574-6229-963794A1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DBFE1-1972-7CB6-0F74-8B31468C6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39420-75D9-C9D1-EC25-D2F9332F0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9E068-F426-A44C-62C6-B871B4FA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F519C-FA36-63B7-B7E3-046C9D86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0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B877D-43BA-DEE8-2381-D2F42470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29CB3-4371-500F-C7A2-115E0D536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58BBD-5403-678F-D028-D7D68F0A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8D6E2-A1C4-F0D1-0EE4-BED6BEC4F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8908A-4988-D765-3612-003E5A69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32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9173-FA14-40AD-DCDA-94ECE126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70325-C33B-BADB-88DA-C2C13AE09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32D06-EFFC-62DA-87C5-41C5F2700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1EFA7-50B3-961C-84F2-CE7DC966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76BAF-F4E9-DA48-3417-36B39A30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23997-9FDD-3D24-024D-604FC9BA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45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60561-0F9E-2392-4BEB-1C18F29E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5C8DF-8ED2-516C-A928-4E5957548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83375-EE4D-9A4E-CC25-41DBBA5EF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3BDD3-D04D-0893-A78C-03477889F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34F11-1758-A491-3B7D-86F800F40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7A0A8-23B7-9D01-5283-37B87727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4A1316-365C-E66D-7644-EA77FE9A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EA425-8DC4-BDF5-A0B4-9DA86EC5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8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6F2E-3C16-FB02-25D2-7EE2B3A3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C7C3D-FDAE-2CB5-7380-DC803341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BF83B-24E1-6C7B-AC23-986A598A9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3B379-D3AF-6D17-99D4-BDEEBC8F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4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C49C29-415A-9CF5-82AF-9C6F7352B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A1AF3-089C-9C1E-3AAD-4F2393F9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14586-EE85-B8B5-1F03-0137EFBE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4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261F7-F3E7-CF3D-9F5A-8414622DA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11BC-5CC7-0A2B-6B4E-53111BB99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A48E0-3D29-8143-446A-422FCE2AD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AFC5B-D378-D99A-9729-05D879FFF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3F96E-80A8-38AC-35C7-45E38F13E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B3739-B919-FF6F-A811-1640EB9A5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4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0165-B3A5-27DB-8038-D8D9CCFBD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1D489-D388-464A-D233-F8D139A4A89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5A7A7-B5F2-DE9B-7241-C419178FB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E6347-D8C4-9A82-539B-C0F902A9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96F8F-17CC-670C-88E8-80BCDBA20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BE1D-23B0-DE4C-7412-ED0C3C8E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0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20BE9-83F1-7264-4CA1-783206BC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1FFA5-DE7C-6F23-F313-AD2B05431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244C2-6C22-AD56-AD46-9125F7A3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511EB-FEB4-7611-1410-5E395356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3BB2E-63D3-B1D4-4C65-9AD8B218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8A81DB-0D77-0CB4-C153-7958969D20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20A38-04D3-1C53-85AB-FA3A02F04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9FA17-7B0C-7F3B-E0FE-313DCE38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F6CE3-5BAD-9FA6-2274-DE9AA43D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372DE-D8B5-3978-8145-D25ADB51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9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C92C88-0A76-77B5-9714-89E026AE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771EE-3B55-1D19-DAE0-4E9DA4F8E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FCE1C-6B59-5A45-F402-BC422A3A2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04927-ED07-4DB9-982E-6C53EAD48C4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CC2FD-A5BA-5B98-75E2-91C3FA02A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A2D8E-CC8E-AD2B-2CCC-43A1DC7B8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F0718-4799-4130-AA15-578B2CD17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7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CBAB-461A-58A3-5317-5EE8D87EFE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C5CA9-D022-ED6F-6381-3EA66905B7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92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FF3A82-C00F-3DB9-AA55-9369B1A1F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68" y="214103"/>
            <a:ext cx="8571097" cy="651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80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102C1F-90FD-738F-57B7-08C0D9905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700" y="816450"/>
            <a:ext cx="1905098" cy="18923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3D5E8B-0381-5BE1-ACEB-6A0751399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35" y="835501"/>
            <a:ext cx="1941407" cy="19027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7529F8-BC93-31B6-0645-D57FD2B87D96}"/>
              </a:ext>
            </a:extLst>
          </p:cNvPr>
          <p:cNvSpPr txBox="1"/>
          <p:nvPr/>
        </p:nvSpPr>
        <p:spPr>
          <a:xfrm>
            <a:off x="3323063" y="2943922"/>
            <a:ext cx="115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552314-C305-43CC-D237-8E07444E1861}"/>
              </a:ext>
            </a:extLst>
          </p:cNvPr>
          <p:cNvSpPr txBox="1"/>
          <p:nvPr/>
        </p:nvSpPr>
        <p:spPr>
          <a:xfrm>
            <a:off x="7628790" y="2943416"/>
            <a:ext cx="159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Ridges diff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37B578-263B-E629-F688-8EAA344A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218" y="835501"/>
            <a:ext cx="1911448" cy="19114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E0D5B2-792E-E60F-7D18-D41FDF93821E}"/>
              </a:ext>
            </a:extLst>
          </p:cNvPr>
          <p:cNvSpPr txBox="1"/>
          <p:nvPr/>
        </p:nvSpPr>
        <p:spPr>
          <a:xfrm>
            <a:off x="5611860" y="2943416"/>
            <a:ext cx="115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BB23C5-1A34-09FE-ADF4-585F2A6078BA}"/>
              </a:ext>
            </a:extLst>
          </p:cNvPr>
          <p:cNvSpPr txBox="1"/>
          <p:nvPr/>
        </p:nvSpPr>
        <p:spPr>
          <a:xfrm>
            <a:off x="356532" y="192947"/>
            <a:ext cx="175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A2D06A-540C-F29C-5019-D1C75E58B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06" y="859707"/>
            <a:ext cx="1892397" cy="185429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1AD58E2-6878-EAEC-0F4A-9ECB32F0D46B}"/>
              </a:ext>
            </a:extLst>
          </p:cNvPr>
          <p:cNvSpPr txBox="1"/>
          <p:nvPr/>
        </p:nvSpPr>
        <p:spPr>
          <a:xfrm>
            <a:off x="1027859" y="2943416"/>
            <a:ext cx="115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Masked </a:t>
            </a:r>
          </a:p>
        </p:txBody>
      </p:sp>
    </p:spTree>
    <p:extLst>
      <p:ext uri="{BB962C8B-B14F-4D97-AF65-F5344CB8AC3E}">
        <p14:creationId xmlns:p14="http://schemas.microsoft.com/office/powerpoint/2010/main" val="2496426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Ehsan Alizadeh</dc:creator>
  <cp:lastModifiedBy>Ehsan Alizadeh</cp:lastModifiedBy>
  <cp:revision>2</cp:revision>
  <dcterms:created xsi:type="dcterms:W3CDTF">2026-09-29T16:44:56Z</dcterms:created>
  <dcterms:modified xsi:type="dcterms:W3CDTF">2026-09-29T16:52:06Z</dcterms:modified>
</cp:coreProperties>
</file>